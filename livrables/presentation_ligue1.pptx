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SportDataPulse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 des performances des joueurs</a:t>
            </a:r>
          </a:p>
          <a:p>
            <a:r>
              <a:t>Ligue 1 – Saison 2025</a:t>
            </a:r>
          </a:p>
          <a:p>
            <a:r>
              <a:t>Étape 2 : Modélisation</a:t>
            </a:r>
          </a:p>
          <a:p>
            <a:r>
              <a:t>Steve Bell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Comprendre les données</a:t>
            </a:r>
          </a:p>
          <a:p>
            <a:r>
              <a:t>Analyser leur qualité</a:t>
            </a:r>
          </a:p>
          <a:p>
            <a:r>
              <a:t>Construire un modèle relationnel</a:t>
            </a:r>
          </a:p>
          <a:p>
            <a:r>
              <a:t>Préparer les analyses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Grain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Données agrégées</a:t>
            </a:r>
          </a:p>
          <a:p>
            <a:r>
              <a:t>1 joueur = 1 ligne</a:t>
            </a:r>
          </a:p>
          <a:p>
            <a:r>
              <a:t>Analyse globale</a:t>
            </a:r>
          </a:p>
          <a:p>
            <a:r>
              <a:t>Pas d’événements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 principales : joueur, performance, attendu</a:t>
            </a:r>
          </a:p>
          <a:p>
            <a:r>
              <a:t>Tables référence : equipe, position</a:t>
            </a:r>
          </a:p>
          <a:p>
            <a:r>
              <a:t>Table externe : salaire_source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Qualité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Identifiant cohérent</a:t>
            </a:r>
          </a:p>
          <a:p>
            <a:r>
              <a:t>Données alignées</a:t>
            </a:r>
          </a:p>
          <a:p>
            <a:r>
              <a:t>Formats standardisés</a:t>
            </a:r>
          </a:p>
          <a:p>
            <a:r>
              <a:t>⚠ salaire_source à réconcilier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logique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 centrale : joueur</a:t>
            </a:r>
          </a:p>
          <a:p>
            <a:r>
              <a:t>Tables stats : performance, attendu</a:t>
            </a:r>
          </a:p>
          <a:p>
            <a:r>
              <a:t>Dimensions : equipe, 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 → joueur (1-N)</a:t>
            </a:r>
          </a:p>
          <a:p>
            <a:r>
              <a:t>equipe → joueur (1-N)</a:t>
            </a:r>
          </a:p>
          <a:p>
            <a:r>
              <a:t>joueur → stats (1-1)</a:t>
            </a:r>
          </a:p>
          <a:p>
            <a:r>
              <a:t>joueur → salaire (0-1)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Dictionnaire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JOUEUR : id, nom</a:t>
            </a:r>
          </a:p>
          <a:p>
            <a:r>
              <a:t>PERFORMANCE : buts, passes</a:t>
            </a:r>
          </a:p>
          <a:p>
            <a:r>
              <a:t>ATTENDU : xg, xag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Nettoyage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Colonnes normalisées</a:t>
            </a:r>
          </a:p>
          <a:p>
            <a:r>
              <a:t>Données calculées non stockées</a:t>
            </a:r>
          </a:p>
          <a:p>
            <a:r>
              <a:t>Contraintes CHECK</a:t>
            </a:r>
          </a:p>
          <a:p>
            <a:r>
              <a:t>Tests cohérence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Modèle robuste</a:t>
            </a:r>
          </a:p>
          <a:p>
            <a:r>
              <a:t>Prêt pour SQL</a:t>
            </a:r>
          </a:p>
          <a:p>
            <a:r>
              <a:t>Limite : pas de données 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