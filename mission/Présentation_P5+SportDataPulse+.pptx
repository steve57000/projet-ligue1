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Arial Black"/>
      <p:regular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8" roundtripDataSignature="AMtx7mi6XPQj72gPul4amFmfbVqFE1O0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rialBlack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5" name="Google Shape;23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6" name="Google Shape;24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6" name="Google Shape;26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78f2e39a7d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378f2e39a7d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5" name="Google Shape;275;g378f2e39a7d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3" name="Google Shape;29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4" name="Google Shape;30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 avec image">
  <p:cSld name="Diapositive de titre avec imag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/>
          <p:nvPr/>
        </p:nvSpPr>
        <p:spPr>
          <a:xfrm flipH="1" rot="10800000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" name="Google Shape;11;p12"/>
          <p:cNvCxnSpPr/>
          <p:nvPr/>
        </p:nvCxnSpPr>
        <p:spPr>
          <a:xfrm flipH="1" rot="10800000">
            <a:off x="0" y="0"/>
            <a:ext cx="4523015" cy="2253342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" name="Google Shape;12;p12"/>
          <p:cNvSpPr/>
          <p:nvPr>
            <p:ph idx="2" type="pic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3" name="Google Shape;13;p12"/>
          <p:cNvCxnSpPr/>
          <p:nvPr/>
        </p:nvCxnSpPr>
        <p:spPr>
          <a:xfrm flipH="1" rot="10800000">
            <a:off x="6753226" y="2943224"/>
            <a:ext cx="2390775" cy="1266825"/>
          </a:xfrm>
          <a:prstGeom prst="straightConnector1">
            <a:avLst/>
          </a:prstGeom>
          <a:noFill/>
          <a:ln cap="flat" cmpd="sng" w="9525">
            <a:solidFill>
              <a:srgbClr val="EE957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" name="Google Shape;14;p12" title="Titre"/>
          <p:cNvSpPr txBox="1"/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b="1" sz="3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12" title="Sous-titre"/>
          <p:cNvSpPr txBox="1"/>
          <p:nvPr>
            <p:ph idx="1" type="subTitle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16" name="Google Shape;16;p12"/>
          <p:cNvCxnSpPr/>
          <p:nvPr/>
        </p:nvCxnSpPr>
        <p:spPr>
          <a:xfrm flipH="1" rot="10800000">
            <a:off x="-13378" y="3525012"/>
            <a:ext cx="1439842" cy="750790"/>
          </a:xfrm>
          <a:prstGeom prst="straightConnector1">
            <a:avLst/>
          </a:prstGeom>
          <a:noFill/>
          <a:ln cap="flat" cmpd="sng" w="9525">
            <a:solidFill>
              <a:srgbClr val="E26064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POSITION DU TEXTE 01">
  <p:cSld name="DISPOSITION DU TEXTE 0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 title="Puces"/>
          <p:cNvSpPr txBox="1"/>
          <p:nvPr>
            <p:ph idx="1" type="body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Google Shape;19;p13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3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fmla="val 186380" name="adj"/>
            </a:avLst>
          </a:prstGeom>
          <a:solidFill>
            <a:srgbClr val="E2606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13"/>
          <p:cNvCxnSpPr/>
          <p:nvPr/>
        </p:nvCxnSpPr>
        <p:spPr>
          <a:xfrm flipH="1" rot="10800000">
            <a:off x="4781550" y="3785308"/>
            <a:ext cx="1143431" cy="1352550"/>
          </a:xfrm>
          <a:prstGeom prst="straightConnector1">
            <a:avLst/>
          </a:prstGeom>
          <a:noFill/>
          <a:ln cap="flat" cmpd="sng" w="9525">
            <a:solidFill>
              <a:srgbClr val="EE957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" name="Google Shape;22;p13" title="Sous-titre"/>
          <p:cNvSpPr txBox="1"/>
          <p:nvPr>
            <p:ph idx="2" type="body"/>
          </p:nvPr>
        </p:nvSpPr>
        <p:spPr>
          <a:xfrm>
            <a:off x="398534" y="1922608"/>
            <a:ext cx="5506973" cy="4566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13" title="Titre "/>
          <p:cNvSpPr txBox="1"/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13"/>
          <p:cNvSpPr/>
          <p:nvPr>
            <p:ph idx="3" type="pic"/>
          </p:nvPr>
        </p:nvSpPr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 avec sous-titre">
  <p:cSld name="Comparaison avec sous-titr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14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cap="flat" cmpd="sng" w="9525">
            <a:solidFill>
              <a:srgbClr val="EE957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9" name="Google Shape;29;p14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30" name="Google Shape;30;p14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fmla="val 512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1" name="Google Shape;31;p14"/>
            <p:cNvCxnSpPr/>
            <p:nvPr/>
          </p:nvCxnSpPr>
          <p:spPr>
            <a:xfrm flipH="1" rot="10800000">
              <a:off x="1433638" y="-2"/>
              <a:ext cx="1240971" cy="916595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2" name="Google Shape;32;p14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fmla="val 72003" name="adj"/>
              </a:avLst>
            </a:prstGeom>
            <a:solidFill>
              <a:srgbClr val="EE957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" name="Google Shape;33;p14"/>
          <p:cNvSpPr txBox="1"/>
          <p:nvPr>
            <p:ph idx="1" type="body"/>
          </p:nvPr>
        </p:nvSpPr>
        <p:spPr>
          <a:xfrm>
            <a:off x="390524" y="1578666"/>
            <a:ext cx="4106468" cy="58589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b="1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14" title="Puces"/>
          <p:cNvSpPr txBox="1"/>
          <p:nvPr>
            <p:ph idx="2" type="body"/>
          </p:nvPr>
        </p:nvSpPr>
        <p:spPr>
          <a:xfrm>
            <a:off x="390524" y="2164557"/>
            <a:ext cx="4106468" cy="242411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14"/>
          <p:cNvSpPr txBox="1"/>
          <p:nvPr>
            <p:ph idx="3" type="body"/>
          </p:nvPr>
        </p:nvSpPr>
        <p:spPr>
          <a:xfrm>
            <a:off x="4640035" y="1578666"/>
            <a:ext cx="4106700" cy="58589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b="1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14" title="Puces"/>
          <p:cNvSpPr txBox="1"/>
          <p:nvPr>
            <p:ph idx="4" type="body"/>
          </p:nvPr>
        </p:nvSpPr>
        <p:spPr>
          <a:xfrm>
            <a:off x="4640035" y="2164557"/>
            <a:ext cx="4106700" cy="242411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14" title="Sous-titre"/>
          <p:cNvSpPr txBox="1"/>
          <p:nvPr>
            <p:ph idx="5" type="body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14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fmla="val 135617" name="adj"/>
            </a:avLst>
          </a:prstGeom>
          <a:solidFill>
            <a:srgbClr val="E2606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4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41" name="Google Shape;41;p14" title="Titre "/>
          <p:cNvSpPr txBox="1"/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-tête de section avec image">
  <p:cSld name="En-tête de section avec imag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5"/>
          <p:cNvSpPr/>
          <p:nvPr/>
        </p:nvSpPr>
        <p:spPr>
          <a:xfrm flipH="1" rot="10800000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5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fmla="val 53218" name="adj"/>
            </a:avLst>
          </a:prstGeom>
          <a:solidFill>
            <a:srgbClr val="EE957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" name="Google Shape;45;p15"/>
          <p:cNvCxnSpPr/>
          <p:nvPr/>
        </p:nvCxnSpPr>
        <p:spPr>
          <a:xfrm flipH="1" rot="10800000">
            <a:off x="0" y="757568"/>
            <a:ext cx="1338943" cy="680629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" name="Google Shape;46;p15" title="Titre"/>
          <p:cNvSpPr txBox="1"/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b="1" sz="3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15" title="Sous-titre"/>
          <p:cNvSpPr txBox="1"/>
          <p:nvPr>
            <p:ph idx="1" type="body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48" name="Google Shape;48;p15"/>
          <p:cNvCxnSpPr/>
          <p:nvPr/>
        </p:nvCxnSpPr>
        <p:spPr>
          <a:xfrm flipH="1" rot="10800000">
            <a:off x="6753226" y="2943224"/>
            <a:ext cx="2390775" cy="1266825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9" name="Google Shape;49;p15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fmla="val 195850" name="adj"/>
            </a:avLst>
          </a:prstGeom>
          <a:solidFill>
            <a:srgbClr val="E2606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50;p15"/>
          <p:cNvCxnSpPr/>
          <p:nvPr/>
        </p:nvCxnSpPr>
        <p:spPr>
          <a:xfrm flipH="1" rot="10800000">
            <a:off x="0" y="306422"/>
            <a:ext cx="4946515" cy="2552361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1" name="Google Shape;51;p15"/>
          <p:cNvSpPr/>
          <p:nvPr>
            <p:ph idx="2" type="pic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52" name="Google Shape;52;p15"/>
          <p:cNvCxnSpPr/>
          <p:nvPr/>
        </p:nvCxnSpPr>
        <p:spPr>
          <a:xfrm flipH="1" rot="10800000">
            <a:off x="-13378" y="3950208"/>
            <a:ext cx="1439842" cy="75079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" name="Google Shape;53;p15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fmla="val 53218" name="adj"/>
            </a:avLst>
          </a:prstGeom>
          <a:solidFill>
            <a:srgbClr val="A5A5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que">
  <p:cSld name="Graphiqu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56" name="Google Shape;56;p1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fmla="val 512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7" name="Google Shape;57;p16"/>
            <p:cNvCxnSpPr/>
            <p:nvPr/>
          </p:nvCxnSpPr>
          <p:spPr>
            <a:xfrm flipH="1" rot="10800000">
              <a:off x="1433638" y="-2"/>
              <a:ext cx="1240971" cy="916595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8" name="Google Shape;58;p1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fmla="val 72003" name="adj"/>
              </a:avLst>
            </a:prstGeom>
            <a:solidFill>
              <a:srgbClr val="EE957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" name="Google Shape;59;p1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fmla="val 135617" name="adj"/>
            </a:avLst>
          </a:prstGeom>
          <a:solidFill>
            <a:srgbClr val="E2606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6" title="Sous-titre"/>
          <p:cNvSpPr txBox="1"/>
          <p:nvPr>
            <p:ph idx="1" type="body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6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63" name="Google Shape;63;p16" title="Titre "/>
          <p:cNvSpPr txBox="1"/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2" type="body"/>
          </p:nvPr>
        </p:nvSpPr>
        <p:spPr>
          <a:xfrm>
            <a:off x="398860" y="1504321"/>
            <a:ext cx="3919323" cy="306291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6" title="Graphique"/>
          <p:cNvSpPr/>
          <p:nvPr>
            <p:ph idx="3" type="chart"/>
          </p:nvPr>
        </p:nvSpPr>
        <p:spPr>
          <a:xfrm>
            <a:off x="4347086" y="1504322"/>
            <a:ext cx="4289548" cy="306335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position du texte 02">
  <p:cSld name="Disposition du texte 02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7"/>
          <p:cNvSpPr/>
          <p:nvPr>
            <p:ph idx="2" type="pic"/>
          </p:nvPr>
        </p:nvSpPr>
        <p:spPr>
          <a:xfrm>
            <a:off x="4627633" y="1076325"/>
            <a:ext cx="4516366" cy="4067175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69" name="Google Shape;69;p17" title="Puces"/>
          <p:cNvSpPr txBox="1"/>
          <p:nvPr>
            <p:ph idx="1" type="body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7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fmla="val 186380" name="adj"/>
            </a:avLst>
          </a:prstGeom>
          <a:solidFill>
            <a:srgbClr val="E2606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" name="Google Shape;71;p17"/>
          <p:cNvCxnSpPr/>
          <p:nvPr/>
        </p:nvCxnSpPr>
        <p:spPr>
          <a:xfrm flipH="1" rot="10800000">
            <a:off x="7764236" y="889089"/>
            <a:ext cx="1379764" cy="1225461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2" name="Google Shape;72;p17" title="Sous-titre"/>
          <p:cNvSpPr txBox="1"/>
          <p:nvPr>
            <p:ph idx="3" type="body"/>
          </p:nvPr>
        </p:nvSpPr>
        <p:spPr>
          <a:xfrm>
            <a:off x="398534" y="1922608"/>
            <a:ext cx="5506966" cy="4566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7"/>
          <p:cNvSpPr txBox="1"/>
          <p:nvPr/>
        </p:nvSpPr>
        <p:spPr>
          <a:xfrm>
            <a:off x="8305038" y="178308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fr" sz="2600" u="none" cap="none" strike="noStrik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7" title="Titre "/>
          <p:cNvSpPr txBox="1"/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au">
  <p:cSld name="Tableau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8" title="Tableau"/>
          <p:cNvSpPr/>
          <p:nvPr>
            <p:ph idx="2" type="tbl"/>
          </p:nvPr>
        </p:nvSpPr>
        <p:spPr>
          <a:xfrm>
            <a:off x="398533" y="1998602"/>
            <a:ext cx="8245031" cy="25748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9" name="Google Shape;79;p18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80" name="Google Shape;80;p18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fmla="val 512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1" name="Google Shape;81;p18"/>
            <p:cNvCxnSpPr/>
            <p:nvPr/>
          </p:nvCxnSpPr>
          <p:spPr>
            <a:xfrm flipH="1" rot="10800000">
              <a:off x="1433638" y="-2"/>
              <a:ext cx="1240971" cy="916595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2" name="Google Shape;82;p18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fmla="val 72003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" name="Google Shape;83;p18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fmla="val 13561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8" title="Sous-titre"/>
          <p:cNvSpPr txBox="1"/>
          <p:nvPr>
            <p:ph idx="1" type="body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8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87" name="Google Shape;87;p18" title="Titre "/>
          <p:cNvSpPr txBox="1"/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nde photo">
  <p:cSld name="Grande photo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/>
          <p:nvPr/>
        </p:nvSpPr>
        <p:spPr>
          <a:xfrm flipH="1" rot="10800000">
            <a:off x="0" y="-4"/>
            <a:ext cx="8810625" cy="472440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9" title="Image"/>
          <p:cNvSpPr/>
          <p:nvPr>
            <p:ph idx="2" type="pic"/>
          </p:nvPr>
        </p:nvSpPr>
        <p:spPr>
          <a:xfrm>
            <a:off x="269422" y="244928"/>
            <a:ext cx="8605156" cy="4653644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91" name="Google Shape;91;p19"/>
          <p:cNvCxnSpPr/>
          <p:nvPr/>
        </p:nvCxnSpPr>
        <p:spPr>
          <a:xfrm flipH="1" rot="10800000">
            <a:off x="0" y="4008665"/>
            <a:ext cx="1771650" cy="930729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2" name="Google Shape;92;p19" title="Titre "/>
          <p:cNvSpPr txBox="1"/>
          <p:nvPr>
            <p:ph type="title"/>
          </p:nvPr>
        </p:nvSpPr>
        <p:spPr>
          <a:xfrm>
            <a:off x="269422" y="419101"/>
            <a:ext cx="6249917" cy="704849"/>
          </a:xfrm>
          <a:prstGeom prst="rect">
            <a:avLst/>
          </a:prstGeom>
          <a:solidFill>
            <a:schemeClr val="lt1">
              <a:alpha val="89411"/>
            </a:schemeClr>
          </a:solidFill>
          <a:ln>
            <a:noFill/>
          </a:ln>
        </p:spPr>
        <p:txBody>
          <a:bodyPr anchorCtr="0" anchor="ctr" bIns="0" lIns="216000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rci">
  <p:cSld name="Merci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idx="1" type="body"/>
          </p:nvPr>
        </p:nvSpPr>
        <p:spPr>
          <a:xfrm>
            <a:off x="5117197" y="2595872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20"/>
          <p:cNvSpPr txBox="1"/>
          <p:nvPr>
            <p:ph idx="2" type="body"/>
          </p:nvPr>
        </p:nvSpPr>
        <p:spPr>
          <a:xfrm>
            <a:off x="5117197" y="287958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20"/>
          <p:cNvSpPr txBox="1"/>
          <p:nvPr>
            <p:ph idx="3" type="body"/>
          </p:nvPr>
        </p:nvSpPr>
        <p:spPr>
          <a:xfrm>
            <a:off x="5117196" y="3162502"/>
            <a:ext cx="2584337" cy="2168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20"/>
          <p:cNvSpPr txBox="1"/>
          <p:nvPr>
            <p:ph idx="4" type="body"/>
          </p:nvPr>
        </p:nvSpPr>
        <p:spPr>
          <a:xfrm>
            <a:off x="5117197" y="344621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20"/>
          <p:cNvSpPr/>
          <p:nvPr/>
        </p:nvSpPr>
        <p:spPr>
          <a:xfrm>
            <a:off x="4844204" y="2628935"/>
            <a:ext cx="194156" cy="194156"/>
          </a:xfrm>
          <a:custGeom>
            <a:rect b="b" l="l" r="r" t="t"/>
            <a:pathLst>
              <a:path extrusionOk="0" h="21600" w="2160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28575" lIns="28575" spcFirstLastPara="1" rIns="28575" wrap="square" tIns="2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0"/>
          <p:cNvSpPr/>
          <p:nvPr/>
        </p:nvSpPr>
        <p:spPr>
          <a:xfrm>
            <a:off x="4880717" y="2923490"/>
            <a:ext cx="121130" cy="222071"/>
          </a:xfrm>
          <a:custGeom>
            <a:rect b="b" l="l" r="r" t="t"/>
            <a:pathLst>
              <a:path extrusionOk="0" h="21600" w="2160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28575" lIns="28575" spcFirstLastPara="1" rIns="28575" wrap="square" tIns="2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0"/>
          <p:cNvSpPr/>
          <p:nvPr/>
        </p:nvSpPr>
        <p:spPr>
          <a:xfrm>
            <a:off x="4844204" y="3245959"/>
            <a:ext cx="194156" cy="141205"/>
          </a:xfrm>
          <a:custGeom>
            <a:rect b="b" l="l" r="r" t="t"/>
            <a:pathLst>
              <a:path extrusionOk="0" h="21600" w="2160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28575" lIns="28575" spcFirstLastPara="1" rIns="28575" wrap="square" tIns="2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0"/>
          <p:cNvSpPr/>
          <p:nvPr/>
        </p:nvSpPr>
        <p:spPr>
          <a:xfrm>
            <a:off x="4853787" y="3487561"/>
            <a:ext cx="174989" cy="174989"/>
          </a:xfrm>
          <a:custGeom>
            <a:rect b="b" l="l" r="r" t="t"/>
            <a:pathLst>
              <a:path extrusionOk="0" h="21600" w="2160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28575" lIns="28575" spcFirstLastPara="1" rIns="28575" wrap="square" tIns="2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0"/>
          <p:cNvSpPr/>
          <p:nvPr/>
        </p:nvSpPr>
        <p:spPr>
          <a:xfrm flipH="1" rot="10800000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20"/>
          <p:cNvCxnSpPr/>
          <p:nvPr/>
        </p:nvCxnSpPr>
        <p:spPr>
          <a:xfrm flipH="1" rot="10800000">
            <a:off x="0" y="0"/>
            <a:ext cx="4523015" cy="2253342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4" name="Google Shape;104;p20"/>
          <p:cNvCxnSpPr/>
          <p:nvPr/>
        </p:nvCxnSpPr>
        <p:spPr>
          <a:xfrm flipH="1" rot="10800000">
            <a:off x="6753226" y="2943224"/>
            <a:ext cx="2390775" cy="1266825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5" name="Google Shape;105;p20"/>
          <p:cNvCxnSpPr/>
          <p:nvPr/>
        </p:nvCxnSpPr>
        <p:spPr>
          <a:xfrm flipH="1" rot="10800000">
            <a:off x="-13378" y="3525012"/>
            <a:ext cx="1439842" cy="75079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6" name="Google Shape;106;p20"/>
          <p:cNvSpPr/>
          <p:nvPr>
            <p:ph idx="5" type="pic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0" title="Titre"/>
          <p:cNvSpPr txBox="1"/>
          <p:nvPr>
            <p:ph type="ctrTitle"/>
          </p:nvPr>
        </p:nvSpPr>
        <p:spPr>
          <a:xfrm>
            <a:off x="4781791" y="1365767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b="1" sz="3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>
  <p:cSld name="Diapositive de titre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/>
          <p:nvPr/>
        </p:nvSpPr>
        <p:spPr>
          <a:xfrm flipH="1" rot="10800000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21"/>
          <p:cNvCxnSpPr/>
          <p:nvPr/>
        </p:nvCxnSpPr>
        <p:spPr>
          <a:xfrm flipH="1" rot="10800000">
            <a:off x="0" y="0"/>
            <a:ext cx="4523015" cy="2253342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11" name="Google Shape;111;p21"/>
          <p:cNvCxnSpPr/>
          <p:nvPr/>
        </p:nvCxnSpPr>
        <p:spPr>
          <a:xfrm flipH="1" rot="10800000">
            <a:off x="6753226" y="2943224"/>
            <a:ext cx="2390775" cy="1266825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2" name="Google Shape;112;p21" title="Titre"/>
          <p:cNvSpPr txBox="1"/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b="1" sz="3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1" title="Sous-titre"/>
          <p:cNvSpPr txBox="1"/>
          <p:nvPr>
            <p:ph idx="1" type="subTitle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114" name="Google Shape;114;p21"/>
          <p:cNvCxnSpPr/>
          <p:nvPr/>
        </p:nvCxnSpPr>
        <p:spPr>
          <a:xfrm flipH="1" rot="10800000">
            <a:off x="-13378" y="3525012"/>
            <a:ext cx="1439842" cy="75079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-tête de section">
  <p:cSld name="En-tête de section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/>
          <p:nvPr/>
        </p:nvSpPr>
        <p:spPr>
          <a:xfrm flipH="1" rot="10800000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2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fmla="val 53218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" name="Google Shape;118;p22"/>
          <p:cNvCxnSpPr/>
          <p:nvPr/>
        </p:nvCxnSpPr>
        <p:spPr>
          <a:xfrm flipH="1" rot="10800000">
            <a:off x="0" y="757568"/>
            <a:ext cx="1338943" cy="680629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9" name="Google Shape;119;p22" title="Titre"/>
          <p:cNvSpPr txBox="1"/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b="1" sz="3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2" title="Sous-titre"/>
          <p:cNvSpPr txBox="1"/>
          <p:nvPr>
            <p:ph idx="1" type="body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121" name="Google Shape;121;p22"/>
          <p:cNvCxnSpPr/>
          <p:nvPr/>
        </p:nvCxnSpPr>
        <p:spPr>
          <a:xfrm flipH="1" rot="10800000">
            <a:off x="6753226" y="2943224"/>
            <a:ext cx="2390775" cy="1266825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2" name="Google Shape;122;p22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fmla="val 19585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22"/>
          <p:cNvCxnSpPr/>
          <p:nvPr/>
        </p:nvCxnSpPr>
        <p:spPr>
          <a:xfrm flipH="1" rot="10800000">
            <a:off x="0" y="306422"/>
            <a:ext cx="4946515" cy="2552361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4" name="Google Shape;124;p22"/>
          <p:cNvCxnSpPr/>
          <p:nvPr/>
        </p:nvCxnSpPr>
        <p:spPr>
          <a:xfrm flipH="1" rot="10800000">
            <a:off x="-13378" y="3950208"/>
            <a:ext cx="1439842" cy="75079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5" name="Google Shape;125;p22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fmla="val 5321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>
  <p:cSld name="Titre et contenu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7" name="Google Shape;127;p23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28" name="Google Shape;128;p23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29" name="Google Shape;129;p23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fmla="val 512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0" name="Google Shape;130;p23"/>
            <p:cNvCxnSpPr/>
            <p:nvPr/>
          </p:nvCxnSpPr>
          <p:spPr>
            <a:xfrm flipH="1" rot="10800000">
              <a:off x="1433638" y="-2"/>
              <a:ext cx="1240971" cy="916595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1" name="Google Shape;131;p23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fmla="val 72003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p23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fr" sz="2600" u="none" cap="none" strike="noStrik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3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fmla="val 13561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3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3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36" name="Google Shape;136;p23" title="Titre "/>
          <p:cNvSpPr txBox="1"/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389008" y="1253943"/>
            <a:ext cx="8126342" cy="337877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>
  <p:cSld name="Deux contenus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9" name="Google Shape;139;p24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40" name="Google Shape;140;p24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41" name="Google Shape;141;p24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fmla="val 512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2" name="Google Shape;142;p24"/>
            <p:cNvCxnSpPr/>
            <p:nvPr/>
          </p:nvCxnSpPr>
          <p:spPr>
            <a:xfrm flipH="1" rot="10800000">
              <a:off x="1433638" y="-2"/>
              <a:ext cx="1240971" cy="916595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43" name="Google Shape;143;p24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fmla="val 72003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4" name="Google Shape;144;p24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fr" sz="2600" u="none" cap="none" strike="noStrik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4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fmla="val 13561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4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7" name="Google Shape;147;p24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48" name="Google Shape;148;p24" title="Titre "/>
          <p:cNvSpPr txBox="1"/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24"/>
          <p:cNvSpPr txBox="1"/>
          <p:nvPr>
            <p:ph idx="1" type="body"/>
          </p:nvPr>
        </p:nvSpPr>
        <p:spPr>
          <a:xfrm>
            <a:off x="397265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0" name="Google Shape;150;p24"/>
          <p:cNvSpPr txBox="1"/>
          <p:nvPr>
            <p:ph idx="2" type="body"/>
          </p:nvPr>
        </p:nvSpPr>
        <p:spPr>
          <a:xfrm>
            <a:off x="4629150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>
  <p:cSld name="Comparaison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2" name="Google Shape;152;p25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53" name="Google Shape;153;p25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54" name="Google Shape;154;p25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fmla="val 512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55" name="Google Shape;155;p25"/>
            <p:cNvCxnSpPr/>
            <p:nvPr/>
          </p:nvCxnSpPr>
          <p:spPr>
            <a:xfrm flipH="1" rot="10800000">
              <a:off x="1433638" y="-2"/>
              <a:ext cx="1240971" cy="916595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56" name="Google Shape;156;p25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fmla="val 72003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" name="Google Shape;157;p25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fr" sz="2600" u="none" cap="none" strike="noStrik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5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fmla="val 13561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5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0" name="Google Shape;160;p25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61" name="Google Shape;161;p25" title="Titre "/>
          <p:cNvSpPr txBox="1"/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25"/>
          <p:cNvSpPr txBox="1"/>
          <p:nvPr>
            <p:ph idx="1" type="body"/>
          </p:nvPr>
        </p:nvSpPr>
        <p:spPr>
          <a:xfrm>
            <a:off x="389008" y="1260872"/>
            <a:ext cx="4036876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3" name="Google Shape;163;p25"/>
          <p:cNvSpPr txBox="1"/>
          <p:nvPr>
            <p:ph idx="2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4" name="Google Shape;164;p25"/>
          <p:cNvSpPr txBox="1"/>
          <p:nvPr>
            <p:ph idx="3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5" name="Google Shape;165;p25"/>
          <p:cNvSpPr txBox="1"/>
          <p:nvPr>
            <p:ph idx="4" type="body"/>
          </p:nvPr>
        </p:nvSpPr>
        <p:spPr>
          <a:xfrm>
            <a:off x="389008" y="1878806"/>
            <a:ext cx="4043812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>
  <p:cSld name="Contenu avec légende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/>
          <p:nvPr/>
        </p:nvSpPr>
        <p:spPr>
          <a:xfrm flipH="1" rot="10800000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26"/>
          <p:cNvCxnSpPr/>
          <p:nvPr/>
        </p:nvCxnSpPr>
        <p:spPr>
          <a:xfrm flipH="1" rot="10800000">
            <a:off x="0" y="0"/>
            <a:ext cx="4523015" cy="2253342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69" name="Google Shape;169;p26"/>
          <p:cNvCxnSpPr/>
          <p:nvPr/>
        </p:nvCxnSpPr>
        <p:spPr>
          <a:xfrm flipH="1" rot="10800000">
            <a:off x="6753226" y="2943224"/>
            <a:ext cx="2390775" cy="1266825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0" name="Google Shape;170;p26" title="Titre"/>
          <p:cNvSpPr txBox="1"/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b="1" sz="3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71" name="Google Shape;171;p26"/>
          <p:cNvCxnSpPr/>
          <p:nvPr/>
        </p:nvCxnSpPr>
        <p:spPr>
          <a:xfrm flipH="1" rot="10800000">
            <a:off x="-13378" y="3525012"/>
            <a:ext cx="1439842" cy="75079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2" name="Google Shape;172;p26"/>
          <p:cNvSpPr txBox="1"/>
          <p:nvPr>
            <p:ph idx="1" type="body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3" name="Google Shape;173;p26"/>
          <p:cNvSpPr txBox="1"/>
          <p:nvPr>
            <p:ph idx="2" type="body"/>
          </p:nvPr>
        </p:nvSpPr>
        <p:spPr>
          <a:xfrm>
            <a:off x="4620987" y="1718035"/>
            <a:ext cx="4352754" cy="32563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>
  <p:cSld name="Image avec légende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/>
          <p:nvPr/>
        </p:nvSpPr>
        <p:spPr>
          <a:xfrm flipH="1" rot="10800000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" name="Google Shape;176;p27"/>
          <p:cNvCxnSpPr/>
          <p:nvPr/>
        </p:nvCxnSpPr>
        <p:spPr>
          <a:xfrm flipH="1" rot="10800000">
            <a:off x="0" y="0"/>
            <a:ext cx="4523015" cy="2253342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7" name="Google Shape;177;p27"/>
          <p:cNvCxnSpPr/>
          <p:nvPr/>
        </p:nvCxnSpPr>
        <p:spPr>
          <a:xfrm flipH="1" rot="10800000">
            <a:off x="6753226" y="2943224"/>
            <a:ext cx="2390775" cy="1266825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8" name="Google Shape;178;p27" title="Titre"/>
          <p:cNvSpPr txBox="1"/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b="1" sz="32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79" name="Google Shape;179;p27"/>
          <p:cNvCxnSpPr/>
          <p:nvPr/>
        </p:nvCxnSpPr>
        <p:spPr>
          <a:xfrm flipH="1" rot="10800000">
            <a:off x="-13378" y="3525012"/>
            <a:ext cx="1439842" cy="75079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0" name="Google Shape;180;p27"/>
          <p:cNvSpPr txBox="1"/>
          <p:nvPr>
            <p:ph idx="1" type="body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1" name="Google Shape;181;p27"/>
          <p:cNvSpPr/>
          <p:nvPr>
            <p:ph idx="2" type="pic"/>
          </p:nvPr>
        </p:nvSpPr>
        <p:spPr>
          <a:xfrm>
            <a:off x="4687477" y="1703895"/>
            <a:ext cx="4286263" cy="327053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>
  <p:cSld name="Vide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8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fr" sz="2600" u="none" cap="none" strike="noStrik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4" name="Google Shape;184;p28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85" name="Google Shape;185;p28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fmla="val 512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6" name="Google Shape;186;p28"/>
            <p:cNvCxnSpPr/>
            <p:nvPr/>
          </p:nvCxnSpPr>
          <p:spPr>
            <a:xfrm flipH="1" rot="10800000">
              <a:off x="1433638" y="-2"/>
              <a:ext cx="1240971" cy="916595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87" name="Google Shape;187;p28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fmla="val 72003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8" name="Google Shape;188;p28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fmla="val 13561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8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0" name="Google Shape;190;p28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uniquement">
  <p:cSld name="Titre uniquement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9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fr" sz="2600" u="none" cap="none" strike="noStrik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3" name="Google Shape;193;p29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94" name="Google Shape;194;p29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fmla="val 5120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5" name="Google Shape;195;p29"/>
            <p:cNvCxnSpPr/>
            <p:nvPr/>
          </p:nvCxnSpPr>
          <p:spPr>
            <a:xfrm flipH="1" rot="10800000">
              <a:off x="1433638" y="-2"/>
              <a:ext cx="1240971" cy="916595"/>
            </a:xfrm>
            <a:prstGeom prst="straightConnector1">
              <a:avLst/>
            </a:prstGeom>
            <a:noFill/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96" name="Google Shape;196;p29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fmla="val 72003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7" name="Google Shape;197;p29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fmla="val 13561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9" title="Titre "/>
          <p:cNvSpPr txBox="1"/>
          <p:nvPr>
            <p:ph type="title"/>
          </p:nvPr>
        </p:nvSpPr>
        <p:spPr>
          <a:xfrm>
            <a:off x="389008" y="156771"/>
            <a:ext cx="6249917" cy="91167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sz="33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9" name="Google Shape;199;p29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0" name="Google Shape;200;p29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position personnalisée">
  <p:cSld name="Disposition personnalisée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0"/>
          <p:cNvSpPr txBox="1"/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8" name="Google Shape;8;p11"/>
          <p:cNvSpPr txBox="1"/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b="1" i="0" sz="3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"/>
          <p:cNvSpPr txBox="1"/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/>
              <a:t>Création et utilisation de la base de données</a:t>
            </a:r>
            <a:endParaRPr/>
          </a:p>
        </p:txBody>
      </p:sp>
      <p:sp>
        <p:nvSpPr>
          <p:cNvPr id="209" name="Google Shape;209;p1"/>
          <p:cNvSpPr txBox="1"/>
          <p:nvPr>
            <p:ph idx="1" type="subTitle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/>
              <a:t>Mon nom</a:t>
            </a:r>
            <a:endParaRPr/>
          </a:p>
        </p:txBody>
      </p:sp>
      <p:sp>
        <p:nvSpPr>
          <p:cNvPr id="210" name="Google Shape;210;p1"/>
          <p:cNvSpPr txBox="1"/>
          <p:nvPr/>
        </p:nvSpPr>
        <p:spPr>
          <a:xfrm>
            <a:off x="6395250" y="2867950"/>
            <a:ext cx="2508000" cy="21057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 pas hésiter à modifier les visuels et à créer des slides peu chargées.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/>
              <a:t>J’ai laissé quelques post-it de consignes sur les autres slides aussi. 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Bon courage 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6801" y="633985"/>
            <a:ext cx="3875530" cy="3875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"/>
          <p:cNvSpPr txBox="1"/>
          <p:nvPr>
            <p:ph type="title"/>
          </p:nvPr>
        </p:nvSpPr>
        <p:spPr>
          <a:xfrm>
            <a:off x="105300" y="981375"/>
            <a:ext cx="5800200" cy="12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/>
              <a:t>Contexte du projet -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/>
              <a:t>objectifs de l’entreprise</a:t>
            </a:r>
            <a:endParaRPr/>
          </a:p>
        </p:txBody>
      </p:sp>
      <p:sp>
        <p:nvSpPr>
          <p:cNvPr id="218" name="Google Shape;218;p2"/>
          <p:cNvSpPr txBox="1"/>
          <p:nvPr>
            <p:ph idx="1" type="body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/>
              <a:t>Lorem ipsum</a:t>
            </a:r>
            <a:endParaRPr/>
          </a:p>
        </p:txBody>
      </p:sp>
      <p:sp>
        <p:nvSpPr>
          <p:cNvPr id="219" name="Google Shape;219;p2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220" name="Google Shape;220;p2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21" name="Google Shape;221;p2"/>
          <p:cNvSpPr/>
          <p:nvPr>
            <p:ph idx="3" type="pic"/>
          </p:nvPr>
        </p:nvSpPr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pic>
        <p:nvPicPr>
          <p:cNvPr descr="Image libre: football, athlète, force, compétition, sport, homme, football,  exercice, remise en forme" id="222" name="Google Shape;222;p2"/>
          <p:cNvPicPr preferRelativeResize="0"/>
          <p:nvPr/>
        </p:nvPicPr>
        <p:blipFill rotWithShape="1">
          <a:blip r:embed="rId3">
            <a:alphaModFix/>
          </a:blip>
          <a:srcRect b="0" l="41558" r="12609" t="0"/>
          <a:stretch/>
        </p:blipFill>
        <p:spPr>
          <a:xfrm>
            <a:off x="4952999" y="-68612"/>
            <a:ext cx="4330337" cy="5314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"/>
          <p:cNvSpPr txBox="1"/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b="0" lang="fr"/>
              <a:t>Les données initiales</a:t>
            </a:r>
            <a:endParaRPr b="0"/>
          </a:p>
        </p:txBody>
      </p:sp>
      <p:sp>
        <p:nvSpPr>
          <p:cNvPr id="229" name="Google Shape;229;p3"/>
          <p:cNvSpPr txBox="1"/>
          <p:nvPr>
            <p:ph idx="2" type="body"/>
          </p:nvPr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/>
              <a:t>Lorem ipsum</a:t>
            </a:r>
            <a:endParaRPr/>
          </a:p>
        </p:txBody>
      </p:sp>
      <p:sp>
        <p:nvSpPr>
          <p:cNvPr id="230" name="Google Shape;230;p3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31" name="Google Shape;231;p3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"/>
          <p:cNvSpPr txBox="1"/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b="0" lang="fr"/>
              <a:t>L’extrait</a:t>
            </a:r>
            <a:r>
              <a:rPr b="0" lang="fr"/>
              <a:t> du dictionnaire des données</a:t>
            </a:r>
            <a:endParaRPr b="0"/>
          </a:p>
        </p:txBody>
      </p:sp>
      <p:sp>
        <p:nvSpPr>
          <p:cNvPr id="238" name="Google Shape;238;p4"/>
          <p:cNvSpPr txBox="1"/>
          <p:nvPr>
            <p:ph idx="2" type="body"/>
          </p:nvPr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/>
              <a:t>Lorem ipsum</a:t>
            </a:r>
            <a:endParaRPr/>
          </a:p>
        </p:txBody>
      </p:sp>
      <p:sp>
        <p:nvSpPr>
          <p:cNvPr id="239" name="Google Shape;239;p4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40" name="Google Shape;240;p4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4"/>
          <p:cNvSpPr txBox="1"/>
          <p:nvPr/>
        </p:nvSpPr>
        <p:spPr>
          <a:xfrm>
            <a:off x="5668000" y="626025"/>
            <a:ext cx="246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2CC"/>
              </a:highlight>
            </a:endParaRPr>
          </a:p>
        </p:txBody>
      </p:sp>
      <p:sp>
        <p:nvSpPr>
          <p:cNvPr id="242" name="Google Shape;242;p4"/>
          <p:cNvSpPr/>
          <p:nvPr/>
        </p:nvSpPr>
        <p:spPr>
          <a:xfrm>
            <a:off x="6839225" y="1809625"/>
            <a:ext cx="1632900" cy="14634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Ajoutez des captures d’écran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5"/>
          <p:cNvSpPr txBox="1"/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b="0" lang="fr"/>
              <a:t>Le schéma relationnel normalisé</a:t>
            </a:r>
            <a:endParaRPr b="0"/>
          </a:p>
        </p:txBody>
      </p:sp>
      <p:sp>
        <p:nvSpPr>
          <p:cNvPr id="249" name="Google Shape;249;p5"/>
          <p:cNvSpPr txBox="1"/>
          <p:nvPr>
            <p:ph idx="2" type="body"/>
          </p:nvPr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/>
              <a:t>Lorem ipsum</a:t>
            </a:r>
            <a:endParaRPr/>
          </a:p>
        </p:txBody>
      </p:sp>
      <p:sp>
        <p:nvSpPr>
          <p:cNvPr id="250" name="Google Shape;250;p5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51" name="Google Shape;251;p5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5"/>
          <p:cNvSpPr/>
          <p:nvPr/>
        </p:nvSpPr>
        <p:spPr>
          <a:xfrm>
            <a:off x="6839225" y="1809625"/>
            <a:ext cx="1632900" cy="14634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Ajoutez des captures d’écran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6"/>
          <p:cNvSpPr txBox="1"/>
          <p:nvPr>
            <p:ph type="title"/>
          </p:nvPr>
        </p:nvSpPr>
        <p:spPr>
          <a:xfrm>
            <a:off x="390523" y="357068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b="0" lang="fr"/>
              <a:t>La base de données avec les tables créées et les données chargées</a:t>
            </a:r>
            <a:endParaRPr b="0"/>
          </a:p>
        </p:txBody>
      </p:sp>
      <p:sp>
        <p:nvSpPr>
          <p:cNvPr id="259" name="Google Shape;259;p6"/>
          <p:cNvSpPr txBox="1"/>
          <p:nvPr>
            <p:ph idx="2" type="body"/>
          </p:nvPr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/>
              <a:t>Lorem ipsum</a:t>
            </a:r>
            <a:endParaRPr/>
          </a:p>
        </p:txBody>
      </p:sp>
      <p:sp>
        <p:nvSpPr>
          <p:cNvPr id="260" name="Google Shape;260;p6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61" name="Google Shape;261;p6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6839225" y="1809625"/>
            <a:ext cx="1632900" cy="14634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Ajoutez des captures d’écran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7"/>
          <p:cNvSpPr txBox="1"/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lang="fr" sz="2400"/>
              <a:t>Les requêtes ou screenshots qui permettent de démontrer le bon chargement des données</a:t>
            </a:r>
            <a:endParaRPr b="0" sz="2400"/>
          </a:p>
        </p:txBody>
      </p:sp>
      <p:sp>
        <p:nvSpPr>
          <p:cNvPr id="269" name="Google Shape;269;p7"/>
          <p:cNvSpPr txBox="1"/>
          <p:nvPr>
            <p:ph idx="2" type="body"/>
          </p:nvPr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/>
              <a:t>Lorem ipsum</a:t>
            </a:r>
            <a:endParaRPr/>
          </a:p>
        </p:txBody>
      </p:sp>
      <p:sp>
        <p:nvSpPr>
          <p:cNvPr id="270" name="Google Shape;270;p7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71" name="Google Shape;271;p7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78f2e39a7d_0_8"/>
          <p:cNvSpPr txBox="1"/>
          <p:nvPr>
            <p:ph type="title"/>
          </p:nvPr>
        </p:nvSpPr>
        <p:spPr>
          <a:xfrm>
            <a:off x="388999" y="156778"/>
            <a:ext cx="5460300" cy="1458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b="0" lang="fr" sz="2400"/>
              <a:t>Rappel des bonnes pratiques en termes de stratégie de sauvegarde et de stockage de la base de données </a:t>
            </a:r>
            <a:endParaRPr b="0" sz="2400"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t/>
            </a:r>
            <a:endParaRPr b="0" sz="2400"/>
          </a:p>
        </p:txBody>
      </p:sp>
      <p:sp>
        <p:nvSpPr>
          <p:cNvPr id="278" name="Google Shape;278;g378f2e39a7d_0_8"/>
          <p:cNvSpPr txBox="1"/>
          <p:nvPr>
            <p:ph idx="2" type="body"/>
          </p:nvPr>
        </p:nvSpPr>
        <p:spPr>
          <a:xfrm>
            <a:off x="390523" y="1552755"/>
            <a:ext cx="6978600" cy="30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/>
              <a:t>Lorem ipsum</a:t>
            </a:r>
            <a:endParaRPr/>
          </a:p>
        </p:txBody>
      </p:sp>
      <p:sp>
        <p:nvSpPr>
          <p:cNvPr id="279" name="Google Shape;279;g378f2e39a7d_0_8"/>
          <p:cNvSpPr txBox="1"/>
          <p:nvPr>
            <p:ph idx="11" type="ftr"/>
          </p:nvPr>
        </p:nvSpPr>
        <p:spPr>
          <a:xfrm>
            <a:off x="253897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80" name="Google Shape;280;g378f2e39a7d_0_8"/>
          <p:cNvSpPr txBox="1"/>
          <p:nvPr>
            <p:ph idx="12" type="sldNum"/>
          </p:nvPr>
        </p:nvSpPr>
        <p:spPr>
          <a:xfrm>
            <a:off x="8360228" y="4767263"/>
            <a:ext cx="555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b="0" i="0" lang="fr" sz="900" u="none" cap="none" strike="noStrik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900" u="none" cap="none" strike="noStrik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exagone de couleur foncée unie au milieu d’accentuation d’image" id="286" name="Google Shape;286;p8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fmla="val 25000" name="adj"/>
              <a:gd fmla="val 115470" name="vf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 txBox="1"/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b="0" lang="fr">
                <a:latin typeface="Calibri"/>
                <a:ea typeface="Calibri"/>
                <a:cs typeface="Calibri"/>
                <a:sym typeface="Calibri"/>
              </a:rPr>
              <a:t>Requêtes SQL et résultats</a:t>
            </a:r>
            <a:endParaRPr/>
          </a:p>
        </p:txBody>
      </p:sp>
      <p:sp>
        <p:nvSpPr>
          <p:cNvPr id="288" name="Google Shape;288;p8"/>
          <p:cNvSpPr txBox="1"/>
          <p:nvPr>
            <p:ph idx="1" type="body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"/>
              <a:t>Sous-titre</a:t>
            </a:r>
            <a:endParaRPr/>
          </a:p>
        </p:txBody>
      </p:sp>
      <p:pic>
        <p:nvPicPr>
          <p:cNvPr descr="Image libre: Balle, football, stade, herbe, terrain, construction,  architecture, sport" id="289" name="Google Shape;289;p8"/>
          <p:cNvPicPr preferRelativeResize="0"/>
          <p:nvPr/>
        </p:nvPicPr>
        <p:blipFill rotWithShape="1">
          <a:blip r:embed="rId3">
            <a:alphaModFix/>
          </a:blip>
          <a:srcRect b="0" l="0" r="43694" t="0"/>
          <a:stretch/>
        </p:blipFill>
        <p:spPr>
          <a:xfrm>
            <a:off x="1121668" y="612507"/>
            <a:ext cx="3309451" cy="39184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9"/>
          <p:cNvSpPr txBox="1"/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b="0" lang="fr"/>
              <a:t>Requête 1</a:t>
            </a:r>
            <a:endParaRPr/>
          </a:p>
        </p:txBody>
      </p:sp>
      <p:sp>
        <p:nvSpPr>
          <p:cNvPr id="296" name="Google Shape;296;p9"/>
          <p:cNvSpPr txBox="1"/>
          <p:nvPr>
            <p:ph idx="11" type="ftr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297" name="Google Shape;297;p9"/>
          <p:cNvSpPr txBox="1"/>
          <p:nvPr>
            <p:ph idx="12" type="sldNum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298" name="Google Shape;298;p9"/>
          <p:cNvSpPr txBox="1"/>
          <p:nvPr>
            <p:ph idx="1" type="body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"/>
              <a:t>Titre requête</a:t>
            </a:r>
            <a:endParaRPr/>
          </a:p>
        </p:txBody>
      </p:sp>
      <p:sp>
        <p:nvSpPr>
          <p:cNvPr id="299" name="Google Shape;299;p9"/>
          <p:cNvSpPr txBox="1"/>
          <p:nvPr/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7800" lvl="0" marL="177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</a:pPr>
            <a:r>
              <a:rPr b="0" i="0" lang="f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Lorem ipsum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6839225" y="1809625"/>
            <a:ext cx="1632900" cy="14634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Expliquez bien votre méthodologie.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"/>
          <p:cNvSpPr txBox="1"/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fr"/>
              <a:t>Merci 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Jeremy Ollier</dc:creator>
</cp:coreProperties>
</file>